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3.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4.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charts/chart6.xml" ContentType="application/vnd.openxmlformats-officedocument.drawingml.chart+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f152de71-71c8-cc9d-58d6-374289ab25fc}">
          <p14:sldIdLst>
            <p14:sldId id="256"/>
            <p14:sldId id="257"/>
            <p14:sldId id="258"/>
          </p14:sldIdLst>
        </p14:section>
        <p14:section name="Ch1 실험과 인과추론" id="{a2926a20-f37f-c079-74e4-a9637cd4d82e}">
          <p14:sldIdLst>
            <p14:sldId id="259"/>
            <p14:sldId id="260"/>
            <p14:sldId id="261"/>
            <p14:sldId id="262"/>
            <p14:sldId id="263"/>
            <p14:sldId id="264"/>
            <p14:sldId id="265"/>
            <p14:sldId id="266"/>
            <p14:sldId id="267"/>
            <p14:sldId id="268"/>
          </p14:sldIdLst>
        </p14:section>
        <p14:section name="Ch2 설계 구성요소" id="{e9eec480-af57-3592-595d-d50501c6cbdd}">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144e5fcd-616b-501a-f24e-9da474acbc31}">
          <p14:sldIdLst>
            <p14:sldId id="298"/>
            <p14:sldId id="299"/>
            <p14:sldId id="300"/>
            <p14:sldId id="301"/>
            <p14:sldId id="302"/>
            <p14:sldId id="303"/>
            <p14:sldId id="304"/>
            <p14:sldId id="305"/>
            <p14:sldId id="306"/>
            <p14:sldId id="307"/>
            <p14:sldId id="308"/>
            <p14:sldId id="309"/>
            <p14:sldId id="310"/>
            <p14:sldId id="312"/>
          </p14:sldIdLst>
        </p14:section>
        <p14:section name="Ch4 함정과 고급 설계" id="{e8d1b952-d934-c437-395f-cb30a3d76113}">
          <p14:sldIdLst>
            <p14:sldId id="311"/>
            <p14:sldId id="313"/>
            <p14:sldId id="314"/>
            <p14:sldId id="315"/>
            <p14:sldId id="316"/>
            <p14:sldId id="317"/>
            <p14:sldId id="318"/>
            <p14:sldId id="319"/>
            <p14:sldId id="320"/>
            <p14:sldId id="321"/>
            <p14:sldId id="322"/>
            <p14:sldId id="323"/>
          </p14:sldIdLst>
        </p14:section>
        <p14:section name="Ch5 사례와 결정" id="{6aac4c85-e8e3-e86d-c0f2-6fabc0e378fd}">
          <p14:sldIdLst>
            <p14:sldId id="324"/>
            <p14:sldId id="325"/>
            <p14:sldId id="326"/>
            <p14:sldId id="327"/>
            <p14:sldId id="328"/>
            <p14:sldId id="329"/>
            <p14:sldId id="330"/>
            <p14:sldId id="331"/>
            <p14:sldId id="332"/>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09편: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09편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09편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09편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09편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09편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09편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운영 설계 · 06·07 간섭 · 08 윤리 · 09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79</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2026-10-07T12:03:59Z</dcterms:created>
  <dcterms:modified xsi:type="dcterms:W3CDTF">2026-10-07T12:03:59Z</dcterms:modified>
</cp:coreProperties>
</file>