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2.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3.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4.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5.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6.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81b377a5-a871-6d57-8e60-9a9e26559968}">
          <p14:sldIdLst>
            <p14:sldId id="256"/>
            <p14:sldId id="257"/>
            <p14:sldId id="258"/>
          </p14:sldIdLst>
        </p14:section>
        <p14:section name="Ch1 실험과 인과추론" id="{62432427-be82-519e-c86d-5e69bb012289}">
          <p14:sldIdLst>
            <p14:sldId id="259"/>
            <p14:sldId id="260"/>
            <p14:sldId id="261"/>
            <p14:sldId id="262"/>
            <p14:sldId id="263"/>
            <p14:sldId id="264"/>
            <p14:sldId id="265"/>
            <p14:sldId id="266"/>
            <p14:sldId id="267"/>
            <p14:sldId id="268"/>
          </p14:sldIdLst>
        </p14:section>
        <p14:section name="Ch2 설계 구성요소" id="{9ee5aa46-62c1-4243-b85e-e438f56cfb40}">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h3 실행과 분석" id="{cd5462cf-5ef3-468e-676c-213e3099b495}">
          <p14:sldIdLst>
            <p14:sldId id="292"/>
            <p14:sldId id="293"/>
            <p14:sldId id="294"/>
            <p14:sldId id="295"/>
            <p14:sldId id="296"/>
            <p14:sldId id="297"/>
            <p14:sldId id="298"/>
            <p14:sldId id="299"/>
            <p14:sldId id="300"/>
            <p14:sldId id="301"/>
            <p14:sldId id="302"/>
            <p14:sldId id="303"/>
            <p14:sldId id="304"/>
            <p14:sldId id="306"/>
          </p14:sldIdLst>
        </p14:section>
        <p14:section name="Ch4 함정과 고급 설계" id="{0a39a823-aeff-5b00-17cc-242b544fd65e}">
          <p14:sldIdLst>
            <p14:sldId id="305"/>
            <p14:sldId id="307"/>
            <p14:sldId id="308"/>
            <p14:sldId id="309"/>
            <p14:sldId id="310"/>
            <p14:sldId id="311"/>
            <p14:sldId id="312"/>
            <p14:sldId id="313"/>
            <p14:sldId id="314"/>
            <p14:sldId id="315"/>
            <p14:sldId id="316"/>
          </p14:sldIdLst>
        </p14:section>
        <p14:section name="Ch5 사례와 결정" id="{0958318a-0ae5-a194-2902-c3a0eaba5b1e}">
          <p14:sldIdLst>
            <p14:sldId id="317"/>
            <p14:sldId id="318"/>
            <p14:sldId id="319"/>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07편: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07편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07편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07편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05·06 간섭 · 07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2026-10-07T07:37:10Z</dcterms:created>
  <dcterms:modified xsi:type="dcterms:W3CDTF">2026-10-07T07:37:10Z</dcterms:modified>
</cp:coreProperties>
</file>