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3.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4.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5.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6.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aa4acca4-0b7c-e616-1489-e44d879f5247}">
          <p14:sldIdLst>
            <p14:sldId id="256"/>
            <p14:sldId id="257"/>
            <p14:sldId id="258"/>
          </p14:sldIdLst>
        </p14:section>
        <p14:section name="Ch1 실험과 인과추론" id="{2c612510-7280-bb42-7583-d12edadb523e}">
          <p14:sldIdLst>
            <p14:sldId id="259"/>
            <p14:sldId id="260"/>
            <p14:sldId id="261"/>
            <p14:sldId id="262"/>
            <p14:sldId id="263"/>
            <p14:sldId id="264"/>
            <p14:sldId id="265"/>
            <p14:sldId id="266"/>
            <p14:sldId id="267"/>
            <p14:sldId id="268"/>
          </p14:sldIdLst>
        </p14:section>
        <p14:section name="Ch2 설계 구성요소" id="{1da735d7-d63a-7ddb-8e3d-8c868ea9feb2}">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 name="Ch3 실행과 분석" id="{8f78695e-f926-be0f-6148-e4589fbf70d3}">
          <p14:sldIdLst>
            <p14:sldId id="295"/>
            <p14:sldId id="296"/>
            <p14:sldId id="297"/>
            <p14:sldId id="298"/>
            <p14:sldId id="299"/>
            <p14:sldId id="300"/>
            <p14:sldId id="301"/>
            <p14:sldId id="302"/>
            <p14:sldId id="303"/>
            <p14:sldId id="304"/>
            <p14:sldId id="305"/>
            <p14:sldId id="306"/>
            <p14:sldId id="307"/>
            <p14:sldId id="309"/>
          </p14:sldIdLst>
        </p14:section>
        <p14:section name="Ch4 함정과 고급 설계" id="{0f834cb5-e777-6eaa-9169-aa55cd36a452}">
          <p14:sldIdLst>
            <p14:sldId id="308"/>
            <p14:sldId id="310"/>
            <p14:sldId id="311"/>
            <p14:sldId id="312"/>
            <p14:sldId id="313"/>
            <p14:sldId id="314"/>
            <p14:sldId id="315"/>
            <p14:sldId id="316"/>
            <p14:sldId id="317"/>
            <p14:sldId id="318"/>
            <p14:sldId id="319"/>
            <p14:sldId id="320"/>
          </p14:sldIdLst>
        </p14:section>
        <p14:section name="Ch5 사례와 결정" id="{5b21f0e4-4763-7e75-e90b-1b6adb1cf5c7}">
          <p14:sldIdLst>
            <p14:sldId id="321"/>
            <p14:sldId id="322"/>
            <p14:sldId id="323"/>
            <p14:sldId id="324"/>
            <p14:sldId id="325"/>
            <p14:sldId id="326"/>
            <p14:sldId id="327"/>
            <p14:sldId id="328"/>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08편: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08편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07편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08편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08편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08편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08편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05·06 간섭 · 07 윤리 · 08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2026-10-07T08:48:31Z</dcterms:created>
  <dcterms:modified xsi:type="dcterms:W3CDTF">2026-10-07T08:48:31Z</dcterms:modified>
</cp:coreProperties>
</file>