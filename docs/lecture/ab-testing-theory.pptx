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3.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4.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charts/chart6.xml" ContentType="application/vnd.openxmlformats-officedocument.drawingml.chart+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459363bc-d7c7-8b07-0a26-87cf99b0b8f8}">
          <p14:sldIdLst>
            <p14:sldId id="256"/>
            <p14:sldId id="257"/>
            <p14:sldId id="258"/>
          </p14:sldIdLst>
        </p14:section>
        <p14:section name="Ch1 실험과 인과추론" id="{4e378eaa-912f-d2a8-ebd9-144be2512cc6}">
          <p14:sldIdLst>
            <p14:sldId id="259"/>
            <p14:sldId id="260"/>
            <p14:sldId id="261"/>
            <p14:sldId id="262"/>
            <p14:sldId id="263"/>
            <p14:sldId id="264"/>
            <p14:sldId id="265"/>
            <p14:sldId id="266"/>
            <p14:sldId id="267"/>
            <p14:sldId id="268"/>
          </p14:sldIdLst>
        </p14:section>
        <p14:section name="Ch2 설계 구성요소" id="{fa2aef74-453c-b7f1-1cee-41fe36894f47}">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289dbd13-395e-1bb1-02e4-c4e9b4f2d86f}">
          <p14:sldIdLst>
            <p14:sldId id="298"/>
            <p14:sldId id="299"/>
            <p14:sldId id="300"/>
            <p14:sldId id="301"/>
            <p14:sldId id="302"/>
            <p14:sldId id="303"/>
            <p14:sldId id="304"/>
            <p14:sldId id="305"/>
            <p14:sldId id="306"/>
            <p14:sldId id="307"/>
            <p14:sldId id="308"/>
            <p14:sldId id="309"/>
            <p14:sldId id="310"/>
            <p14:sldId id="312"/>
          </p14:sldIdLst>
        </p14:section>
        <p14:section name="Ch4 함정과 고급 설계" id="{1e147aa5-03b4-c39c-22a4-146da685f800}">
          <p14:sldIdLst>
            <p14:sldId id="311"/>
            <p14:sldId id="313"/>
            <p14:sldId id="314"/>
            <p14:sldId id="315"/>
            <p14:sldId id="316"/>
            <p14:sldId id="317"/>
            <p14:sldId id="318"/>
            <p14:sldId id="319"/>
            <p14:sldId id="320"/>
            <p14:sldId id="321"/>
            <p14:sldId id="322"/>
            <p14:sldId id="323"/>
          </p14:sldIdLst>
        </p14:section>
        <p14:section name="Ch5 사례와 결정" id="{0f3caec9-9b71-fc0c-01e9-8449fc130861}">
          <p14:sldIdLst>
            <p14:sldId id="324"/>
            <p14:sldId id="325"/>
            <p14:sldId id="326"/>
            <p14:sldId id="327"/>
            <p14:sldId id="328"/>
            <p14:sldId id="329"/>
            <p14:sldId id="330"/>
            <p14:sldId id="331"/>
            <p14:sldId id="332"/>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운영 설계 · 06·07 간섭 · 08 윤리 · 09·10 실무 (1)(2) · 11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79</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2026-10-07T13:59:14Z</dcterms:created>
  <dcterms:modified xsi:type="dcterms:W3CDTF">2026-10-07T13:59:14Z</dcterms:modified>
</cp:coreProperties>
</file>