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2.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3.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4.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5.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charts/chart6.xml" ContentType="application/vnd.openxmlformats-officedocument.drawingml.chart+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6d7995f4-f5c0-9ecb-afa6-b1f597f773e4}">
          <p14:sldIdLst>
            <p14:sldId id="256"/>
            <p14:sldId id="257"/>
            <p14:sldId id="258"/>
          </p14:sldIdLst>
        </p14:section>
        <p14:section name="Ch1 실험과 인과추론" id="{9dfbc865-66e3-8e15-ec0e-f86a54cdecb6}">
          <p14:sldIdLst>
            <p14:sldId id="259"/>
            <p14:sldId id="260"/>
            <p14:sldId id="261"/>
            <p14:sldId id="262"/>
            <p14:sldId id="263"/>
            <p14:sldId id="264"/>
            <p14:sldId id="265"/>
            <p14:sldId id="266"/>
            <p14:sldId id="267"/>
            <p14:sldId id="268"/>
          </p14:sldIdLst>
        </p14:section>
        <p14:section name="Ch2 설계 구성요소" id="{bf493011-9b33-13f0-719a-a09a674f3446}">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h3 실행과 분석" id="{b02a95de-840a-3535-b15f-75ca290be015}">
          <p14:sldIdLst>
            <p14:sldId id="292"/>
            <p14:sldId id="293"/>
            <p14:sldId id="294"/>
            <p14:sldId id="295"/>
            <p14:sldId id="296"/>
            <p14:sldId id="297"/>
            <p14:sldId id="298"/>
            <p14:sldId id="299"/>
            <p14:sldId id="300"/>
            <p14:sldId id="301"/>
            <p14:sldId id="302"/>
            <p14:sldId id="303"/>
            <p14:sldId id="304"/>
            <p14:sldId id="306"/>
          </p14:sldIdLst>
        </p14:section>
        <p14:section name="Ch4 함정과 고급 설계" id="{28877e31-23d5-9e3d-f927-425e75635694}">
          <p14:sldIdLst>
            <p14:sldId id="305"/>
            <p14:sldId id="307"/>
            <p14:sldId id="308"/>
            <p14:sldId id="309"/>
            <p14:sldId id="310"/>
            <p14:sldId id="311"/>
            <p14:sldId id="312"/>
            <p14:sldId id="313"/>
            <p14:sldId id="314"/>
            <p14:sldId id="315"/>
            <p14:sldId id="316"/>
            <p14:sldId id="317"/>
          </p14:sldIdLst>
        </p14:section>
        <p14:section name="Ch5 사례와 결정" id="{512d4a07-cda3-a600-f0c5-67c5ea086b74}">
          <p14:sldIdLst>
            <p14:sldId id="318"/>
            <p14:sldId id="319"/>
            <p14:sldId id="320"/>
            <p14:sldId id="321"/>
            <p14:sldId id="322"/>
            <p14:sldId id="323"/>
            <p14:sldId id="324"/>
            <p14:sldId id="325"/>
            <p14:sldId id="32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08편: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08편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내 처치가 남의 결과를 바꾸지 않는다는 가정. 이것이 깨지면 간섭입니다 (실무: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07편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밴딧은 빨리 이기는 쪽을 찾지만, 효과 크기 추정은 A/B 테스트보다 부정확합니다</a:t>
            </a:r>
            <a:endParaRPr lang="en-US" sz="1500" dirty="0"/>
          </a:p>
          <a:p>
            <a:pPr indent="0" marL="0">
              <a:buNone/>
            </a:pPr>
            <a:r>
              <a:rPr lang="en-US" sz="1500" dirty="0">
                <a:solidFill>
                  <a:schemeClr val="tx2"/>
                </a:solidFill>
              </a:rPr>
              <a:t>간섭에 대응하는 Cluster · Geo · Switchback 설계는 앞 장에서 다뤘습니다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08편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08편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05·06 간섭 · 07 윤리 · 08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2026-10-07T07:50:46Z</dcterms:created>
  <dcterms:modified xsi:type="dcterms:W3CDTF">2026-10-07T07:50:46Z</dcterms:modified>
</cp:coreProperties>
</file>